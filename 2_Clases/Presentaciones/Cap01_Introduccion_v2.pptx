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este curso enseña un idioma, no un pasatiempo; un plano solo sirve si el que lo recibe entiende exactamente lo mismo que el que lo dibujó.
· Presentarme y ubicar el ramo dentro de la carrera: casi todo lo que van a proyectar como ingenieros se comunica con dibujos.
· Anécdota corta: un error de lectura de plano cuesta material, tiempo y horas de trabajo; la norma existe justamente para eliminar la interpretación personal.
· Pregunta a la sala: ¿alguien ha tenido que armar un mueble o un equipo con solo un instructivo gráfico? ¿Qué falló cuando falló?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el objetivo real es doble — dibujar un objeto para que otro lo entienda, y leer un plano ajeno para reconstruir el objeto.
· Insistir en los materiales: quien llega sin escuadras ni escalímetro no puede trabajar en clase; no es un requisito decorativo.
· Avisar que el proyecto en AutoCAD pesa 30 % y se construye durante el semestre, no la última semana.
· Pregunta a la sala: ¿cuántos han abierto alguna vez un software CAD? Sirve para calibrar el ritmo de la parte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la palabra clave es normalizado; un plano funciona porque emisor y receptor comparten el mismo código.
· Nombrar las normas concretas: ISO 128 e ISO 5457, y en Chile las NCh del INN, homólogas de las ISO.
· Ejemplo: qué significa una línea de trazos, cómo se ordenan las vistas, cómo se escribe una cota; nada de eso se improvisa.
· Pregunta a la sala: si el dibujo admite dos lecturas distintas, ¿de quién es la culpa cuando la pieza sale mal?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lo esencial es la reversibilidad, no el parecido visual.
· Ejemplo directo: una fotografía representa el objeto pero no permite recuperar sus medidas; una doble proyección ortogonal sí.
· Los tres problemas — representación, posición y medida — son el índice de casi todo el semestre; conviene anotarlos.
· Pregunta a la sala: ¿se puede sacar la medida real de una pieza desde una foto tomada con el celular? ¿Por qué no?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el método nació de un problema de ingeniería concreto, no de una especulación teórica.
· Contar la anécdota: había que calcular la altura de los muros para que ningún punto interior quedara expuesto al fuego enemigo; Monge lo resolvió gráficamente en una fracción del tiempo.
· Remarcar el secreto militar: la solución era tan ventajosa que el ejército francés la clasificó cerca de quince años, hasta que Monge pudo enseñarla en la École Polytechnique.
· La idea en una frase: proyectar sobre dos planos perpendiculares y abatir uno sobre el otro, para que las dos vistas queden en la misma hoja.
· Pregunta a la sala: ¿qué gana un método gráfico frente a uno numérico cuando hay que decidir rápido en terreno?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el problema de fondo del curso es que la hoja tiene dos dimensiones y el objeto tiene tres.
· Siempre hay una dimensión que debe codificarse de algún modo: con una segunda vista, con una cota numérica o con un eje inclinado.
· Adelantar que cada sistema del curso resuelve esa codificación de una manera distinta.
· Pregunta a la sala: si les doy una sola vista de una pieza, ¿pueden fabricarla? ¿Qué información falta exactamente?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proyectar es una operación definida, no un dibujo a mano alzada; si se cambia uno de los cuatro elementos, cambia el resultado.
· Ejemplo tangible: la sombra de un objeto sobre la pared, con el foco como punto de vista y los rayos de luz como rayos proyectantes.
· Mostrar en el pizarrón cómo mover el punto de vista deforma la imagen sin tocar el objeto.
· Pregunta a la sala: si acerco la ampolleta al objeto, ¿la sombra crece o se achica? ¿Por qué?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el dibujo técnico usa casi exclusivamente la cilíndrica ortogonal, porque es la única que permite medir directamente sobre el dibujo.
· Aclarar la subdivisión: oblicua con rayos inclinados, ortogonal con rayos perpendiculares al plano de proyección.
· Advertencia importante: una proyección aislada pierde información; infinitos objetos distintos pueden dar la misma sombra.
· De ahí sale la necesidad de dos o más proyecciones relacionadas entre sí, que es exactamente la idea de Monge.
· Pregunta a la sala: ¿qué objetos distintos podrían proyectar el mismo círculo sobre la pared?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los cuatro sistemas no compiten entre sí; cada uno responde a una pregunta distinta.
· El diédrico es la columna vertebral del curso y ocupa la mayor parte del semestre.
· Ejemplo de uso: la proyección acotada es la que ven en un plano de curvas de nivel o en un movimiento de tierras.
· Pedirles que anoten este mapa: sirve para ubicarse cada vez que cambiemos de unidad.
· Pregunta a la sala: ¿en qué sistema creen que está dibujado un plano de arquitectura de una vivienda?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hasta aquí construimos el marco conceptual; ahora viene la herramienta.
· Anunciar los contenidos del Capítulo 2: punto, recta y plano como elementos básicos, y el manejo de escalas.
· Recordar que sin escalas no hay dibujo medible: es lo que conecta la hoja con el objeto real.
· Pregunta a la sala: ¿qué escala usarían para dibujar una pieza de 3 cm y qué escala para un terreno de 300 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tres frases, no nueve; si recuerdan normalización, reversibilidad y dos vistas, la clase cumplió.
· Cerrar el arco: partimos con un problema militar de 1765 y terminamos con el plano que van a dibujar el próximo martes.
· Repetir el recordatorio de materiales; la sesión siguiente es práctica y sin instrumentos no se puede trabajar.
· Pregunta a la sala: en una frase, ¿qué diferencia un dibujo técnico de un dibujo cualquiera?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Introducción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CATÓLICA DE TEMUCO · INGENIERÍA CIVIL INDUSTRIAL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2011680"/>
            <a:ext cx="8165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los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822960" y="4160520"/>
            <a:ext cx="7251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objeto en el espacio al plano que otra persona puede leer sin ambigüedad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22960" y="48463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Godoy Díaz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 1119 · Capítulo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Introducción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PRESENTACIÓN DE LA ASIGNATURA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espera de usted este semestre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105430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Identificar los tipos de proyección gráfica y sus aplicaciones.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Aplicar proyecciones para representar soluciones de ingeniería.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en las semanas 4 y 10; pruebas en las semanas 7 y 12.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en AutoCAD: 30 % de la nota final.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desde la primera práctica: HB y 2H, escuadras, compás, escalímetro y croquera.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Introducción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DIBUJO TÉCNICO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 artístico y dibujo técnico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822960" y="1691640"/>
            <a:ext cx="4997196" cy="29535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78992" y="1892808"/>
            <a:ext cx="4485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 artístico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078992" y="2221992"/>
            <a:ext cx="4485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078992" y="2560320"/>
            <a:ext cx="448513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 expresiva y estética.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abierta y personal.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libres: las pone el autor.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está en la mirada propia.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68796" y="1691640"/>
            <a:ext cx="4997196" cy="29535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24828" y="1892808"/>
            <a:ext cx="4485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 técnico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624828" y="2221992"/>
            <a:ext cx="4485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624828" y="2560320"/>
            <a:ext cx="448513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 informativa y unívoca.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única: todos leen lo mismo.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normalizadas: ISO, NCh, ASME.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forma, dimensiones y características.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Introducción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GEOMETRÍA DESCRIPTIVA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Geometría descriptiva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822960" y="1691640"/>
            <a:ext cx="10543032" cy="1417320"/>
          </a:xfrm>
          <a:prstGeom prst="rect">
            <a:avLst/>
          </a:prstGeom>
          <a:solidFill>
            <a:srgbClr val="F4F7F9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15568" y="1856232"/>
            <a:ext cx="9957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 cómo representar figuras del espacio tridimensional sobre un plano bidimensional de modo que la representación sea reversible: del dibujo plano se puede reconstruir la posición y las dimensiones del objeto.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22960" y="3566160"/>
            <a:ext cx="9902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Representación: llevar punto, recta, plano o sólido a la hoja.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Posición: si dos elementos se cortan, son paralelos o perpendiculares, y dónde.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Medida: verdadera magnitud de segmentos, ángulos y superficies.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dibujo técnico aporta las convenciones; la geometría descriptiva, los fundamentos.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Introducción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GASPARD MONGE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Monge y el origen del método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6675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Gaspard Monge (1746–1818), profesor en la escuela militar de Mézières.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Encargo: el desenfilado de una fortificación, resuelto por vía gráfica.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Reemplazó un cálculo aritmético largo por una doble proyección.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declarado secreto militar unos quince años; se publicó en 1799.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la doble proyección ortogonal se llama sistema de Monge.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818120" y="1691640"/>
            <a:ext cx="3547872" cy="3474720"/>
          </a:xfrm>
          <a:prstGeom prst="rect">
            <a:avLst/>
          </a:prstGeom>
          <a:solidFill>
            <a:srgbClr val="F4F7F9"/>
          </a:solidFill>
          <a:ln w="9525">
            <a:solidFill>
              <a:srgbClr val="C9D1D7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8001000" y="320040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imagen — esquema del desenfilado o retrato de Monge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818120" y="52395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1.1 — Altura de muros que deja el interior fuera del alcance del fuego enemigo.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Introducción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LAS DIMENSIONES DEL ESPACIO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Dibujamos en 2D objetos que viven en 3D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4303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227832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5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ocurre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5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para ubicar un punto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56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recta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plano: la hoja de papel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espacio de los objetos de ingeniería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Introducción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QUÉ ES PROYECTAR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elementos de toda proyección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6675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Proyectar: hacer corresponder cada punto del objeto con un punto del plano del dibujo.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vista o centro de proyección: desde dónde se mira.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proyectado: qué se mira.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proyección: dónde se recoge la imagen.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 proyectante: la recta que une cada punto con su imagen.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818120" y="1691640"/>
            <a:ext cx="3547872" cy="3474720"/>
          </a:xfrm>
          <a:prstGeom prst="rect">
            <a:avLst/>
          </a:prstGeom>
          <a:solidFill>
            <a:srgbClr val="F4F7F9"/>
          </a:solidFill>
          <a:ln w="9525">
            <a:solidFill>
              <a:srgbClr val="C9D1D7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8001000" y="320040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imagen — esquema de los cuatro elementos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818120" y="52395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1.2 — Punto de vista, objeto, plano de proyección y rayo proyectante.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Introducción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TIPOS DE PROYECCIÓN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cónica y proyección cilíndrica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822960" y="1691640"/>
            <a:ext cx="4997196" cy="29535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78992" y="1892808"/>
            <a:ext cx="4485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Cónica o central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078992" y="2221992"/>
            <a:ext cx="4485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vista a distancia finita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078992" y="2560320"/>
            <a:ext cx="448513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rayos proyectantes convergen.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perspectiva: da profundidad y realismo.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 las medidas: lo lejano se ve menor.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arquitectura, presentación, renderizado.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68796" y="1691640"/>
            <a:ext cx="4997196" cy="29535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24828" y="1892808"/>
            <a:ext cx="4485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Cilíndrica o paralela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624828" y="2221992"/>
            <a:ext cx="4485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vista en el infinito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624828" y="2560320"/>
            <a:ext cx="448513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rayos proyectantes son paralelos.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proporciones y paralelismos.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el efecto de profundidad.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subdivide en oblicua y ortogonal.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Introducción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MAPA DEL CURSO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sistemas que veremos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A7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508760" y="1673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diédrico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508760" y="1984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proyección ortogonal: posición, verdadera magnitud y problemas métricos.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22960" y="266319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A7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1508760" y="264490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acotada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508760" y="295579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vista más la cota de cada punto; topografía y obras de tierra.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22960" y="36347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A7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1508760" y="36164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axonométrica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508760" y="39273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vista única con las tres dimensiones; la isometría es el caso más usado.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22960" y="460629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A7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1508760" y="458800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cónico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1508760" y="489889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perspectiva de punto de vista propio, para representación realista.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Introducción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2011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A9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7200" dirty="0"/>
          </a:p>
        </p:txBody>
      </p:sp>
      <p:sp>
        <p:nvSpPr>
          <p:cNvPr id="14" name="Text 10"/>
          <p:cNvSpPr/>
          <p:nvPr/>
        </p:nvSpPr>
        <p:spPr>
          <a:xfrm>
            <a:off x="822960" y="3474720"/>
            <a:ext cx="7982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cómo se dibuja esto?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822960" y="4297680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sabemos qué es proyectar y qué sistemas existen; falta lo concreto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Introducción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CAPÍTULO 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llevarse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96286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dibujo técnico es un lenguaje normalizado: su valor está en que admite una sola lectura.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geometría descriptiva aporta la reversibilidad: del plano se reconstruye el objeto.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proyección aislada no basta; por eso Monge trabaja con dos vistas relacionadas.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22960" y="3840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22960" y="411480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elementos con que se construye cualquier dibujo: punto, recta y plano, más el manejo de escalas.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22960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22960" y="489204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lápiz HB y 2H, escuadras, compás, escalímetro y croquera; se usan desde la primera práctica.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1 — Introducción a los sistemas de representación</dc:title>
  <dc:subject>PptxGenJS Presentation</dc:subject>
  <dc:creator>Miguel Godoy Díaz</dc:creator>
  <cp:lastModifiedBy>Miguel Godoy Díaz</cp:lastModifiedBy>
  <cp:revision>1</cp:revision>
  <dcterms:created xsi:type="dcterms:W3CDTF">2026-08-19T16:06:58Z</dcterms:created>
  <dcterms:modified xsi:type="dcterms:W3CDTF">2026-08-19T16:06:58Z</dcterms:modified>
</cp:coreProperties>
</file>