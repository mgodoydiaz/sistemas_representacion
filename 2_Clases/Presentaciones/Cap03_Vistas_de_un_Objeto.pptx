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dibujar un objeto es elegir desde dónde se mira; las vistas no son dibujos sueltos, son proyecciones del mismo cuerpo.
· Gesto didáctico: levantar una pieza real (un bloque de madera, un borrador) y girarla mientras se anuncian las tres direcciones de mirada.
· Advertir de entrada: en este curso se trabaja siempre en primer diedro; el tercer diedro se nombra solo para reconocerlo.
· Pregunta a la sala: ¿cuántas vistas creen que necesita esta pieza para quedar definida sin ambigüedad?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la proyección conserva la medida porque los rayos son paralelos; por eso el plano técnico se acota y la perspectiva no.
· Gesto didáctico: usar una caja de cartón abierta o formar el triedro con las dos manos y un cuaderno, poniendo la pieza dentro.
· Error típico a advertir: creer que la vista se dibuja "como se ve" desde un punto; se dibuja mirando perpendicular a la cara, sin acercar ni alejar.
· Vocabulario: exigir PH, PV y PP desde hoy, no "el plano de abajo".
· Pregunta a la sala: si la pieza se aleja del plano, ¿cambia el tamaño de la vista?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abatimiento es desplegar la caja; la posición de cada vista ya comunica desde dónde se miró.
· Gesto didáctico: desarmar la caja de cartón frente al curso, abriendo las caras hasta dejarlas planas sobre la mesa.
· Error típico a advertir: acomodar las vistas "donde quepan" en la lámina; eso cambia el significado del dibujo.
· Pregunta a la sala: si la planta aparece sobre el alzado, ¿qué está declarando esa lámina?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existen seis vistas normalizadas, una por cara del cubo, pero casi nunca se dibujan las seis.
· Gesto didáctico: nombrar cada vista mientras se toca la cara correspondiente de la caja real.
· Error típico a advertir: nombrar la vista por el lado del papel donde quedó dibujada y no por la dirección desde la que se mira.
· Pregunta a la sala: ¿qué vista repite la información del alzado en una pieza simétrica?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alzado se elige primero y condiciona toda la lámina; no es una decisión estética.
· Gesto didáctico: mostrar la misma pieza en dos orientaciones y pedir que el curso vote cuál informa más.
· Error típico a advertir: dibujar cuatro o cinco vistas "por seguridad"; una vista de más no aporta y ensucia la lámina, una de menos deja el objeto indefinido.
· Pregunta a la sala: ¿qué pieza conocen que quede definida con una sola vista más su espesor?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sistema se declara en el cajetín con el símbolo del cono truncado; no se adivina leyendo el dibujo.
· Gesto didáctico: dibujar en el pizarrón los dos símbolos del tronco de cono y dejarlos a la vista el resto de la clase.
· Error típico a advertir: confundir primer y tercer diedro invierte la pieza; es causa clásica de error de fabricación y de rechazo de plano.
· Pregunta a la sala: si reciben un plano sin símbolo de diedro, ¿qué hacen antes de mecanizar?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las tres vistas son un solo dibujo; si una medida no calza, el error está en el trazado, no en la pieza.
· Gesto didáctico: recorrer con la regla o el puntero un ancho del alzado hasta la planta y una altura del alzado hasta el perfil.
· Error típico a advertir: medir con escalímetro cada vista por separado; ahí aparecen las diferencias de medio milímetro que arruinan la lámina.
· Insistir: las líneas auxiliares se trazan finas y no se borran hasta el final.
· Pregunta a la sala: ¿por qué la profundidad necesita el giro a 45° y el ancho 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el tipo de línea es lenguaje, no decoración; cada trazo declara qué es lo que se está mostrando.
· Gesto didáctico: dibujar en el pizarrón un agujero pasante en alzado y planta, y mostrar cómo desaparece la ambigüedad al agregar la línea de trazos.
· Error típico a advertir: partir o terminar la línea de trazos con un espacio, y prolongar los ejes hasta el borde de la lámina.
· Pregunta a la sala: en una pieza con un agujero ciego, ¿qué vista lo muestra visible y cuál con trazos?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la isometría se lee, no se mide; convive con las vistas pero no las reemplaza.
· Gesto didáctico: girar la pieza real hasta que el curso vea las tres caras a la vez y señalar los tres ejes con los dedos.
· Error típico a advertir: acotar sobre la isometría o medir en ella una arista oblicua con el escalímetro.
· Pregunta a la sala: ¿por qué un agujero circular se ve como elipse en isometría?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la parte (b) es la que revela si de verdad se entendió; pasar de vistas a volumen exige leer la correspondencia.
· Gesto didáctico: repartir las piezas o modelos y pedir que primero las giren en la mano y elijan el alzado en voz alta antes de trazar.
· Error típico a advertir: empezar por la planta o por el perfil; el alzado se elige y se traza primero.
· Tiempo sugerido: 25 minutos para (a) y 25 para (b), con revisión cruzada entre compañeros.
· Pregunta a la sala: en (b), ¿qué vista les dio la profundidad de la pieza?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· Idea que debe quedar: la nota se juega en la correspondencia y en el trazo, no en la prolijidad del sombreado.
· Gesto didáctico: mostrar una lámina bien resuelta y una con vistas desalineadas, y pedir que el curso señale la diferencia.
· Error típico a advertir: entregar con el cajetín incompleto, sobre todo sin escala y sin símbolo de diedro; se descuenta.
· Pregunta a la sala: de los tres criterios, ¿cuál creen que les costará más y por qué?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 1119 · INGENIERÍA CIVIL INDUSTRIAL · UCT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2011680"/>
            <a:ext cx="8165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 un objeto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22960" y="4160520"/>
            <a:ext cx="7251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caja de cristal a las tres vistas normalizadas en primer diedro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2960" y="4846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Godoy Díaz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· Sistemas de Representación · PCI 1119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FUNDAMENTO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de cristal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pieza queda suspendida dentro de un cubo transparente; cada cara es un plano de proyección.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mira perpendicular a la cara y se calca el contorno: rayos paralelos, sin perspectiva ni fuga.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→ planta · PV → alzado · PP → perfil.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 son perpendiculares entre sí; PH con PV definen la línea de tierra (LT).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haber fuga, las medidas se conservan: el dibujo sirve para fabricar.</a:t>
            </a:r>
            <a:endParaRPr lang="en-US" sz="1600" dirty="0"/>
          </a:p>
        </p:txBody>
      </p:sp>
      <p:pic>
        <p:nvPicPr>
          <p:cNvPr id="16" name="Image 1" descr="/tmp/deck/img/caja_cris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1691640"/>
            <a:ext cx="3547872" cy="3474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3.1 — El objeto proyectado sobre los tres planos de la caja de cristal.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DEL ESPACIO A LA HOJA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abatimiento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imágenes están en planos distintos; la hoja es una sola.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deja fijo el plano vertical y los demás giran 90° hasta coincidir con él.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primer diedro: alzado arriba al centro, planta debajo, perfil izquierdo a la derecha.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vistas no se ubican donde quepan: su posición es información normalizada.</a:t>
            </a:r>
            <a:endParaRPr lang="en-US" sz="1700" dirty="0"/>
          </a:p>
        </p:txBody>
      </p:sp>
      <p:pic>
        <p:nvPicPr>
          <p:cNvPr id="16" name="Image 1" descr="/tmp/deck/img/abatimient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1691640"/>
            <a:ext cx="3547872" cy="3474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3.2 — Las vistas ya desplegadas y las líneas que las relacionan.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NORMA ISO 128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vistas principales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303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71032"/>
              </a:tblGrid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de observación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56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Alzado (vista frontal)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frente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Planta (vista superior)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arriba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lateral izquierda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la izquierda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lateral derecha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la derecha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inferior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abajo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posterior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atrás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CRITERIOS DE ELECCIÓN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alzado manda: cómo se elige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828800"/>
            <a:ext cx="2423160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51560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51560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información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51560" y="320040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como alzado la vista que más dice sobre la forma de la pieza.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529584" y="1828800"/>
            <a:ext cx="2423160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58184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3758184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aristas ocultas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758184" y="320040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dos candidatas, gana la que deja menos línea de trazos.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36208" y="1828800"/>
            <a:ext cx="2423160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64808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464808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de trabajo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464808" y="320040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posible, la pieza se muestra como se usa o como se fabrica.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942832" y="1828800"/>
            <a:ext cx="2423160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71432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9171432" y="26060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número de vistas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9171432" y="320040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el alzado, las demás quedan determinadas: dos o tres bastan casi siempre.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· CONVENCIONES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diedro y tercer diedro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4997196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8992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diedro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78992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ISO-E · Chile, Europa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78992" y="2560320"/>
            <a:ext cx="4485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está entre el observador y el plano.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se dibuja debajo del alzado.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lateral izquierda queda a la derecha.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va al lado opuesto de donde se mira.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sistema del curso.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68796" y="1691640"/>
            <a:ext cx="4997196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24828" y="1892808"/>
            <a:ext cx="4485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diedro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24828" y="2221992"/>
            <a:ext cx="4485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ISO-A · EE.UU., Canadá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4828" y="2560320"/>
            <a:ext cx="44851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está entre el observador y el objeto.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se dibuja arriba del alzado.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lateral izquierda queda a la izquierda.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va del mismo lado de donde se mira.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 en documentación estadounidense.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· RELACIÓN ENTRE VISTAS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Correspondencia: se mide una sola vez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6675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Alzado y planta comparten los anchos: toda arista se prolonga con verticales.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Alzado y perfil comparten las alturas: se transfieren con horizontales.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y perfil comparten las profundidades: compás o recta auxiliar a 45°.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trabajo: nunca se mide dos veces la misma dimensión.</a:t>
            </a:r>
            <a:endParaRPr lang="en-US" sz="1700" dirty="0"/>
          </a:p>
        </p:txBody>
      </p:sp>
      <p:pic>
        <p:nvPicPr>
          <p:cNvPr id="16" name="Image 1" descr="/tmp/deck/img/corresponden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1691640"/>
            <a:ext cx="3547872" cy="3474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52395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3.3 — Anchos, alturas y profundidades compartidos entre vistas.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· CONVENCIONES DE TRAZO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ocultas y ejes de simetría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105430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trazos fina: aristas que existen pero no se ven —perforaciones, rebajes, caras traseras—.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dibujan siempre que su omisión deje la pieza ambigua, y empiezan y terminan con trazo.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trazo y punto fina: ejes de simetría, de agujeros y de revolución.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ejes sobresalen 3 a 5 mm del contorno de la pieza.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líneas coinciden manda la de mayor jerarquía: visible → oculta → eje.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· VISTA DE LECTURA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isometría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22960" y="1691640"/>
            <a:ext cx="10543032" cy="1417320"/>
          </a:xfrm>
          <a:prstGeom prst="rect">
            <a:avLst/>
          </a:prstGeom>
          <a:solidFill>
            <a:srgbClr val="F4F7F9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1856232"/>
            <a:ext cx="9957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que muestra las tres dimensiones en una sola imagen: los tres ejes forman 120° entre sí y en el papel se trazan como un eje vertical y dos a 30° de la horizontal.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2960" y="3566160"/>
            <a:ext cx="9902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entender la forma de un vistazo; por eso acompaña a las vistas en la lámina.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medida la dan las vistas diédricas, no la isometría.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líneas paralelas a los ejes se miden directamente; las oblicuas se deforman.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circunferencias aparecen como elipses.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ahora se usa como lectura: los métodos de construcción se ven más adelante.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3 · a y 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· TALLER DE LA CLASE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doble: ida y vuelta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De la isometría a las vistas: dada la pieza en isometría, obtener alzado, planta y perfil izquierdo en primer diedro.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De las vistas a la isometría: dadas tres vistas, reconstruir la pieza y dibujarla en isometría.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A4 con cajetín completo; trazado auxiliar fino, definitivo grueso.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las dos partes: leer y representar son la misma habilidad en dos sentidos.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22960" y="4709160"/>
            <a:ext cx="4892040" cy="868680"/>
          </a:xfrm>
          <a:prstGeom prst="rect">
            <a:avLst/>
          </a:prstGeom>
          <a:solidFill>
            <a:srgbClr val="F4F7F9"/>
          </a:solidFill>
          <a:ln w="9525">
            <a:solidFill>
              <a:srgbClr val="C9D1D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51560" y="4754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al final de la clase, en lámina A4 con cajetín completo.</a:t>
            </a:r>
            <a:endParaRPr lang="en-US" sz="1300" dirty="0"/>
          </a:p>
        </p:txBody>
      </p:sp>
      <p:pic>
        <p:nvPicPr>
          <p:cNvPr id="18" name="Image 1" descr="/tmp/deck/img/corresponden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1480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460175" cy="612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17456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85455" y="5806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5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0277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48695" y="5806440"/>
            <a:ext cx="0" cy="685800"/>
          </a:xfrm>
          <a:prstGeom prst="line">
            <a:avLst/>
          </a:prstGeom>
          <a:noFill/>
          <a:ln w="9525">
            <a:solidFill>
              <a:srgbClr val="C9D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6895" y="58613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76895" y="6062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1119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4215" y="5861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494215" y="60441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· Vistas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5806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868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llevarse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22960" y="1691640"/>
            <a:ext cx="9628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es elegir desde dónde se mira: la posición de cada vista es información normalizada.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tres vistas bien correspondidas definen la pieza; se mide una vez y se traslada.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isometría se lee; la medida la dan las vistas diédricas en primer diedro.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296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corrección del taller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411480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Correspondencia entre vistas: alineación vertical y horizontal exacta, profundidades coincidentes. 2. Uso correcto de grosores: contorno visible grueso, ocultas y ejes finos, auxiliares finas. 3. Cajetín completo: título, escala, símbolo de diedro, autor y fecha.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4892040"/>
            <a:ext cx="9171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taller terminado en lámina A4. Repasar tipos de línea y jerarquía de trazos: visible, oculta, eje.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3 — Vistas de un objeto</dc:title>
  <dc:subject>PptxGenJS Presentation</dc:subject>
  <dc:creator>Miguel Godoy Díaz</dc:creator>
  <cp:lastModifiedBy>Miguel Godoy Díaz</cp:lastModifiedBy>
  <cp:revision>1</cp:revision>
  <dcterms:created xsi:type="dcterms:W3CDTF">2026-08-19T16:01:35Z</dcterms:created>
  <dcterms:modified xsi:type="dcterms:W3CDTF">2026-08-19T16:01:35Z</dcterms:modified>
</cp:coreProperties>
</file>