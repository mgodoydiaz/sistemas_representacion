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unidad antes de entrar en materia.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DE TEMUCO · ESCUELA DE INGENIERÍA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8074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ortogonal: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diédrico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3913632"/>
            <a:ext cx="10058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160520"/>
            <a:ext cx="7159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representación de un objeto tridimensional sobre planos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Godoy Díaz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Clase 5 · Segundo semestre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clase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proyectamos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780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objeto en el espacio al dibujo en el plano.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5181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38099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Horizontal, vertical y de perfil; la recta de tierra.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547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abatimiento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2839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espacio tridimensional cabe en una hoja.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85775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18693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 una pieza sencilla, en clase.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A9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7891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planos de proyección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son, cómo se relacionan y por qué son tres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LOS PLANOS DE PROYECCIÓN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 de proyección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5943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horizontal (PH) recoge la vista superior o planta del objeto.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vertical (PV) recoge la vista frontal o alzado.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perfil (PP) recoge la vista lateral.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intersección entre PH y PV es la recta de tierra.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planos dividen el espacio en cuatro diedros; usamos el primero.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2148840"/>
            <a:ext cx="3913632" cy="3200400"/>
          </a:xfrm>
          <a:prstGeom prst="rect">
            <a:avLst/>
          </a:prstGeom>
          <a:solidFill>
            <a:srgbClr val="F5F7F8"/>
          </a:solidFill>
          <a:ln w="9525">
            <a:solidFill>
              <a:srgbClr val="D4D9D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589520" y="35204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o lámina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54223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2.1 — Disposición de los tres planos.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CONVENCIONES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europeo y sistema americano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europeo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4951476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0604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diedro · norma ISO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49514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se sitúa entre el observador y el plano.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se proyecta detrás del objeto.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bajo el alzado.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sistema que usaremos en el curso.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68796" y="214884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americano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68796" y="2560320"/>
            <a:ext cx="4951476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260604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diedro · norma ANSI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8796" y="2926080"/>
            <a:ext cx="49514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se sitúa entre el observador y el objeto.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se proyecta delante del objeto.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se dibuja sobre el alzado.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en documentación técnica de EE.UU.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 de tierra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48840"/>
            <a:ext cx="10451592" cy="1417320"/>
          </a:xfrm>
          <a:prstGeom prst="rect">
            <a:avLst/>
          </a:prstGeom>
          <a:solidFill>
            <a:srgbClr val="F5F7F8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313432"/>
            <a:ext cx="9866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intersección entre el plano horizontal y el plano vertical de proyección. Toda la construcción diédrica se ordena respecto de ella: las líneas de referencia que unen planta y alzado le son siempre perpendiculares.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9811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abrevia LT en la rotulación de las láminas.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primer diedro, planta y alzado quedan a lados opuestos de la LT.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frecuente: dibujar las líneas de referencia oblicuas a la LT.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PROCEDIMIENTO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obtener las tres vistas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86000"/>
            <a:ext cx="24003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9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96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063240"/>
            <a:ext cx="1943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alzado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1943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más representativa de la pieza, con menos líneas ocultas.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52444" y="2286000"/>
            <a:ext cx="24003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9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1044" y="2496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81044" y="3063240"/>
            <a:ext cx="1943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la planta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81044" y="3657600"/>
            <a:ext cx="1943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alzado, alineada por líneas de referencia verticales.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2286000"/>
            <a:ext cx="24003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496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64808" y="3063240"/>
            <a:ext cx="1943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el perfil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657600"/>
            <a:ext cx="1943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derecha del alzado, alineada por líneas horizontales.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9972" y="2286000"/>
            <a:ext cx="2400300" cy="23500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8572" y="24963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3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8572" y="3063240"/>
            <a:ext cx="1943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rotular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8572" y="3657600"/>
            <a:ext cx="1943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correspondencias, acotar y completar el cajetín.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LECTURA DE LÁMINA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005840"/>
            <a:ext cx="10451592" cy="4434840"/>
          </a:xfrm>
          <a:prstGeom prst="rect">
            <a:avLst/>
          </a:prstGeom>
          <a:solidFill>
            <a:srgbClr val="F5F7F8"/>
          </a:solidFill>
          <a:ln w="9525">
            <a:solidFill>
              <a:srgbClr val="D4D9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51560" y="299466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lámina — inserta aquí el dibujo, escaneo o captura de CAD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513832"/>
            <a:ext cx="907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Lámina 2.1 — Vistas normalizadas de una pieza prismática. Fuente: elaboración propia.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CLASE · 25 MINUTOS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2.1 — Vistas de una pieza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alzado, planta y perfil izquierdo de la pieza de la figura.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1:1, lápiz 2H para trazado auxiliar y HB para el definitivo.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las aristas ocultas con línea de trazos.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cajetín con tu nombre, sección y fecha.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4892040" cy="868680"/>
          </a:xfrm>
          <a:prstGeom prst="rect">
            <a:avLst/>
          </a:prstGeom>
          <a:solidFill>
            <a:srgbClr val="F5F7F8"/>
          </a:solidFill>
          <a:ln w="9525">
            <a:solidFill>
              <a:srgbClr val="D4D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al final de la clase, en formato lámina A4 con cajetín completo.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056632" cy="3611880"/>
          </a:xfrm>
          <a:prstGeom prst="rect">
            <a:avLst/>
          </a:prstGeom>
          <a:solidFill>
            <a:srgbClr val="F5F7F8"/>
          </a:solidFill>
          <a:ln w="9525">
            <a:solidFill>
              <a:srgbClr val="D4D9D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46520" y="37261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gráfico o perspectiva de la pieza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corrección de la lámina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48840"/>
          <a:ext cx="10451592" cy="914400"/>
        </p:xfrm>
        <a:graphic>
          <a:graphicData uri="http://schemas.openxmlformats.org/drawingml/2006/table">
            <a:tbl>
              <a:tblPr/>
              <a:tblGrid>
                <a:gridCol w="3263290"/>
                <a:gridCol w="5828598"/>
                <a:gridCol w="1359704"/>
              </a:tblGrid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observa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Correspondencia entre vistas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Alineación por líneas de referencia; coherencia de medidas.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del trazo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de línea, grosores y uso correcto de la línea de trazos.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Cotas completas, no redundantes y bien ubicadas.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Rotulación y cajetín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Legibilidad, datos completos, limpieza de la lámina.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263640"/>
            <a:ext cx="10451592" cy="0"/>
          </a:xfrm>
          <a:prstGeom prst="line">
            <a:avLst/>
          </a:prstGeom>
          <a:noFill/>
          <a:ln w="9525">
            <a:solidFill>
              <a:srgbClr val="D4D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Representación · PCI1119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2992" y="6327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566928"/>
            <a:ext cx="10268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CLASE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llevarse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55648"/>
            <a:ext cx="777240" cy="32004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9537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es elegir desde dónde se mira, no sólo dibujar lo que se ve.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vistas bien correspondidas describen la pieza sin ambigüedad.</a:t>
            </a:r>
            <a:endParaRPr lang="en-US" sz="17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de tierra ordena la construcción; si se pierde, se pierde el dibujo.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907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auxiliares y secciones. Trae la lámina 2.1 terminada.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907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Osers, H. Estudio de geometría descriptiva, cap. 3 · Gordon, V. Curso de geometría descriptiva, §2.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subject>PptxGenJS Presentation</dc:subject>
  <dc:creator>Miguel Godoy Díaz</dc:creator>
  <cp:lastModifiedBy>Miguel Godoy Díaz</cp:lastModifiedBy>
  <cp:revision>1</cp:revision>
  <dcterms:created xsi:type="dcterms:W3CDTF">2026-08-19T15:28:46Z</dcterms:created>
  <dcterms:modified xsi:type="dcterms:W3CDTF">2026-08-19T15:28:46Z</dcterms:modified>
</cp:coreProperties>
</file>