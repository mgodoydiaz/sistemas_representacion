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objetivo de la unidad antes de entrar en materia.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Diédrico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CATÓLICA DE TEMUCO · ESCUELA DE INGENIERÍA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2011680"/>
            <a:ext cx="81655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ortogonal: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diédrico</a:t>
            </a:r>
            <a:endParaRPr lang="en-US" sz="4000" dirty="0"/>
          </a:p>
        </p:txBody>
      </p:sp>
      <p:sp>
        <p:nvSpPr>
          <p:cNvPr id="15" name="Text 11"/>
          <p:cNvSpPr/>
          <p:nvPr/>
        </p:nvSpPr>
        <p:spPr>
          <a:xfrm>
            <a:off x="822960" y="4160520"/>
            <a:ext cx="7251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la representación de un objeto tridimensional sobre planos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822960" y="484632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 Godoy Díaz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Clase 5 · Segundo semestre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Diédrico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esta clase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22960" y="16916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AA7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508760" y="16733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proyectamos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508760" y="19842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objeto en el espacio al dibujo en el plano.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" y="266319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AA7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508760" y="264490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planos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508760" y="295579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Horizontal, vertical y de perfil; la recta de tierra.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22960" y="36347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AA7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508760" y="36164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abatimiento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508760" y="39273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el espacio tridimensional cabe en una hoja.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2960" y="460629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AA7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1508760" y="458800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2.1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508760" y="489889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de una pieza sencilla, en clase.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22960" y="20116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A9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</a:t>
            </a:r>
            <a:endParaRPr lang="en-US" sz="7200" dirty="0"/>
          </a:p>
        </p:txBody>
      </p:sp>
      <p:sp>
        <p:nvSpPr>
          <p:cNvPr id="13" name="Text 10"/>
          <p:cNvSpPr/>
          <p:nvPr/>
        </p:nvSpPr>
        <p:spPr>
          <a:xfrm>
            <a:off x="822960" y="3474720"/>
            <a:ext cx="7982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planos de proyección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7251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son, cómo se relacionan y por qué son tres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Diédrico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· LOS PLANOS DE PROYECCIÓN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planos de proyección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822960" y="1691640"/>
            <a:ext cx="66751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plano horizontal (PH) recoge la vista superior o planta del objeto.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plano vertical (PV) recoge la vista frontal o alzado.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plano de perfil (PP) recoge la vista lateral.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intersección entre PH y PV es la recta de tierra.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planos dividen el espacio en cuatro diedros; usamos el primero.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818120" y="1691640"/>
            <a:ext cx="3547872" cy="3474720"/>
          </a:xfrm>
          <a:prstGeom prst="rect">
            <a:avLst/>
          </a:prstGeom>
          <a:solidFill>
            <a:srgbClr val="F4F7F9"/>
          </a:solidFill>
          <a:ln w="9525">
            <a:solidFill>
              <a:srgbClr val="C9D1D7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8001000" y="320040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o lámina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818120" y="523951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2.1 — Disposición de los tres planos.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Diédrico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· CONVENCIONES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europeo y sistema americano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822960" y="1691640"/>
            <a:ext cx="4997196" cy="29535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78992" y="1892808"/>
            <a:ext cx="44851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europeo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78992" y="2221992"/>
            <a:ext cx="44851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diedro · norma ISO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78992" y="2560320"/>
            <a:ext cx="448513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objeto se sitúa entre el observador y el plano.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vista se proyecta detrás del objeto.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planta se dibuja bajo el alzado.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sistema que usaremos en el curso.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368796" y="1691640"/>
            <a:ext cx="4997196" cy="29535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24828" y="1892808"/>
            <a:ext cx="44851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americano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624828" y="2221992"/>
            <a:ext cx="44851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diedro · norma ANSI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624828" y="2560320"/>
            <a:ext cx="448513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plano se sitúa entre el observador y el objeto.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vista se proyecta delante del objeto.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planta se dibuja sobre el alzado.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Habitual en documentación técnica de EE.UU.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Diédrico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 de tierra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822960" y="1691640"/>
            <a:ext cx="10543032" cy="1417320"/>
          </a:xfrm>
          <a:prstGeom prst="rect">
            <a:avLst/>
          </a:prstGeom>
          <a:solidFill>
            <a:srgbClr val="F4F7F9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15568" y="1856232"/>
            <a:ext cx="9957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de intersección entre el plano horizontal y el plano vertical de proyección. Toda la construcción diédrica se ordena respecto de ella: las líneas de referencia que unen planta y alzado le son siempre perpendiculares.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2960" y="3566160"/>
            <a:ext cx="99029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abrevia LT en la rotulación de las láminas.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primer diedro, planta y alzado quedan a lados opuestos de la LT.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frecuente: dibujar las líneas de referencia oblicuas a la LT.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Diédrico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· PROCEDIMIENTO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obtener las tres vistas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822960" y="1828800"/>
            <a:ext cx="2423160" cy="23500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1560" y="20391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051560" y="26060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el alzado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51560" y="3200400"/>
            <a:ext cx="1965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vista más representativa de la pieza, con menos líneas ocultas.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529584" y="1828800"/>
            <a:ext cx="2423160" cy="23500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58184" y="20391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3758184" y="26060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Proyectar la planta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758184" y="3200400"/>
            <a:ext cx="1965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el alzado, alineada por líneas de referencia verticales.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36208" y="1828800"/>
            <a:ext cx="2423160" cy="23500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64808" y="20391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464808" y="26060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Proyectar el perfil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464808" y="3200400"/>
            <a:ext cx="1965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derecha del alzado, alineada por líneas horizontales.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942832" y="1828800"/>
            <a:ext cx="2423160" cy="23500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71432" y="20391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9171432" y="26060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y rotular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9171432" y="3200400"/>
            <a:ext cx="1965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Comprobar correspondencias, acotar y completar el cajetín.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Lámina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2.1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· LECTURA DE LÁMINA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22960" y="960120"/>
            <a:ext cx="10543032" cy="4297680"/>
          </a:xfrm>
          <a:prstGeom prst="rect">
            <a:avLst/>
          </a:prstGeom>
          <a:solidFill>
            <a:srgbClr val="F4F7F9"/>
          </a:solidFill>
          <a:ln w="9525">
            <a:solidFill>
              <a:srgbClr val="C9D1D7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1005840" y="2880360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lámina — inserta aquí el dibujo, escaneo o captura de CAD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" y="5330952"/>
            <a:ext cx="9171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Lámina 2.1 — Vistas normalizadas de una pieza prismática. Fuente: elaboración propia.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Lámina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2.1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CLASE · 25 MINUTOS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2.1 — Vistas de una pieza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822960" y="169164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 alzado, planta y perfil izquierdo de la pieza de la figura.</a:t>
            </a:r>
            <a:endParaRPr lang="en-US" sz="17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1:1, lápiz 2H para trazado auxiliar y HB para el definitivo.</a:t>
            </a:r>
            <a:endParaRPr lang="en-US" sz="17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las aristas ocultas con línea de trazos.</a:t>
            </a:r>
            <a:endParaRPr lang="en-US" sz="17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el cajetín con tu nombre, sección y fecha.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822960" y="4709160"/>
            <a:ext cx="4892040" cy="868680"/>
          </a:xfrm>
          <a:prstGeom prst="rect">
            <a:avLst/>
          </a:prstGeom>
          <a:solidFill>
            <a:srgbClr val="F4F7F9"/>
          </a:solidFill>
          <a:ln w="9525">
            <a:solidFill>
              <a:srgbClr val="C9D1D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51560" y="475488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al final de la clase, en formato lámina A4 con cajetín completo.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17920" y="1691640"/>
            <a:ext cx="5148072" cy="3886200"/>
          </a:xfrm>
          <a:prstGeom prst="rect">
            <a:avLst/>
          </a:prstGeom>
          <a:solidFill>
            <a:srgbClr val="F4F7F9"/>
          </a:solidFill>
          <a:ln w="9525">
            <a:solidFill>
              <a:srgbClr val="C9D1D7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6400800" y="3406140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 gráfico o perspectiva de la pieza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Evaluación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corrección de la lámina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91640"/>
          <a:ext cx="1054303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5879592"/>
                <a:gridCol w="137160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5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se observa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5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56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Correspondencia entre vistas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Alineación por líneas de referencia; coherencia de medidas.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Normalización del trazo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Tipos de línea, grosores y uso correcto de la línea de trazos.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Acotación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Cotas completas, no redundantes y bien ubicadas.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Rotulación y cajetín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Legibilidad, datos completos, limpieza de la lámina.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Diédrico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LA CLASE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hay que llevarse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822960" y="1691640"/>
            <a:ext cx="96286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Proyectar es elegir desde dónde se mira, no sólo dibujar lo que se ve.</a:t>
            </a:r>
            <a:endParaRPr lang="en-US" sz="17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vistas bien correspondidas describen la pieza sin ambigüedad.</a:t>
            </a:r>
            <a:endParaRPr lang="en-US" sz="17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recta de tierra ordena la construcción; si se pierde, se pierde el dibujo.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22960" y="3840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" y="4114800"/>
            <a:ext cx="9171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auxiliares y secciones. Trae la lámina 2.1 terminada.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2960" y="46177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Bibliografía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2960" y="4892040"/>
            <a:ext cx="9171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Osers, H. Estudio de geometría descriptiva, cap. 3 · Gordon, V. Curso de geometría descriptiva, §2.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</dc:title>
  <dc:subject>PptxGenJS Presentation</dc:subject>
  <dc:creator>Miguel Godoy Díaz</dc:creator>
  <cp:lastModifiedBy>Miguel Godoy Díaz</cp:lastModifiedBy>
  <cp:revision>1</cp:revision>
  <dcterms:created xsi:type="dcterms:W3CDTF">2026-08-19T15:28:46Z</dcterms:created>
  <dcterms:modified xsi:type="dcterms:W3CDTF">2026-08-19T15:28:46Z</dcterms:modified>
</cp:coreProperties>
</file>